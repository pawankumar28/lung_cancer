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8" r:id="rId6"/>
    <p:sldId id="321" r:id="rId7"/>
    <p:sldId id="322" r:id="rId8"/>
    <p:sldId id="323" r:id="rId9"/>
    <p:sldId id="324" r:id="rId10"/>
    <p:sldId id="325" r:id="rId11"/>
    <p:sldId id="310" r:id="rId12"/>
    <p:sldId id="326" r:id="rId13"/>
    <p:sldId id="311" r:id="rId14"/>
    <p:sldId id="312" r:id="rId15"/>
    <p:sldId id="327" r:id="rId16"/>
    <p:sldId id="314" r:id="rId17"/>
    <p:sldId id="328" r:id="rId18"/>
    <p:sldId id="315" r:id="rId19"/>
    <p:sldId id="316" r:id="rId20"/>
    <p:sldId id="317" r:id="rId21"/>
    <p:sldId id="318" r:id="rId22"/>
    <p:sldId id="319" r:id="rId23"/>
    <p:sldId id="329" r:id="rId24"/>
    <p:sldId id="330" r:id="rId25"/>
    <p:sldId id="32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19" autoAdjust="0"/>
  </p:normalViewPr>
  <p:slideViewPr>
    <p:cSldViewPr snapToGrid="0">
      <p:cViewPr>
        <p:scale>
          <a:sx n="75" d="100"/>
          <a:sy n="75" d="100"/>
        </p:scale>
        <p:origin x="965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9160" y="213363"/>
            <a:ext cx="4813072" cy="2548925"/>
          </a:xfrm>
        </p:spPr>
        <p:txBody>
          <a:bodyPr>
            <a:noAutofit/>
          </a:bodyPr>
          <a:lstStyle/>
          <a:p>
            <a:pPr algn="ctr"/>
            <a:r>
              <a:rPr lang="en-IN" sz="6000" b="1" dirty="0"/>
              <a:t>VEHICLE ASSISTANCE NETWORK</a:t>
            </a:r>
            <a:r>
              <a:rPr lang="en-IN" sz="6000" dirty="0"/>
              <a:t> </a:t>
            </a:r>
            <a:endParaRPr lang="en-US" sz="6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29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4F6D583-AC19-2E48-CDD1-DCAC96755386}"/>
              </a:ext>
            </a:extLst>
          </p:cNvPr>
          <p:cNvSpPr txBox="1"/>
          <p:nvPr/>
        </p:nvSpPr>
        <p:spPr>
          <a:xfrm>
            <a:off x="9510001" y="5103674"/>
            <a:ext cx="27789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External Guide:</a:t>
            </a:r>
          </a:p>
          <a:p>
            <a:r>
              <a:rPr lang="en-US" b="1" dirty="0"/>
              <a:t>Mr. Harish </a:t>
            </a:r>
            <a:r>
              <a:rPr lang="en-US" b="1" dirty="0" err="1"/>
              <a:t>Neermarga</a:t>
            </a:r>
            <a:endParaRPr lang="en-US" b="1" dirty="0"/>
          </a:p>
          <a:p>
            <a:r>
              <a:rPr lang="en-US" dirty="0"/>
              <a:t>Managing Director</a:t>
            </a:r>
          </a:p>
          <a:p>
            <a:r>
              <a:rPr lang="en-US" dirty="0"/>
              <a:t>Accolade Tech Solutions Private Limited</a:t>
            </a:r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FD051-2B77-F037-62F0-2F74C4E69516}"/>
              </a:ext>
            </a:extLst>
          </p:cNvPr>
          <p:cNvSpPr txBox="1"/>
          <p:nvPr/>
        </p:nvSpPr>
        <p:spPr>
          <a:xfrm>
            <a:off x="6408813" y="5088557"/>
            <a:ext cx="259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Internal Guide:</a:t>
            </a:r>
          </a:p>
          <a:p>
            <a:r>
              <a:rPr lang="en-US" b="1" dirty="0"/>
              <a:t>Ms. Sumangala N</a:t>
            </a:r>
          </a:p>
          <a:p>
            <a:r>
              <a:rPr lang="en-US" dirty="0"/>
              <a:t>Asst Professor </a:t>
            </a:r>
          </a:p>
          <a:p>
            <a:r>
              <a:rPr lang="en-US" dirty="0"/>
              <a:t>Department of Computer Applications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D24F3-DDE3-4666-7211-F38E63F4A475}"/>
              </a:ext>
            </a:extLst>
          </p:cNvPr>
          <p:cNvSpPr txBox="1"/>
          <p:nvPr/>
        </p:nvSpPr>
        <p:spPr>
          <a:xfrm>
            <a:off x="7780176" y="4514548"/>
            <a:ext cx="271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Under The Guidance of: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F9FCF-874C-EA18-9B50-56CAC227D807}"/>
              </a:ext>
            </a:extLst>
          </p:cNvPr>
          <p:cNvSpPr txBox="1"/>
          <p:nvPr/>
        </p:nvSpPr>
        <p:spPr>
          <a:xfrm>
            <a:off x="7010400" y="3037840"/>
            <a:ext cx="3992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Name: Pawan Kumar K.P</a:t>
            </a:r>
          </a:p>
          <a:p>
            <a:pPr algn="ctr"/>
            <a:r>
              <a:rPr lang="en-US" sz="2400" b="1" dirty="0"/>
              <a:t>USN: 4SO23MC068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7F5C-50EC-416A-AE8C-6F6BB42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103" y="278384"/>
            <a:ext cx="10058400" cy="1450757"/>
          </a:xfrm>
        </p:spPr>
        <p:txBody>
          <a:bodyPr>
            <a:normAutofit/>
          </a:bodyPr>
          <a:lstStyle/>
          <a:p>
            <a:r>
              <a:rPr lang="en-US" b="1" dirty="0"/>
              <a:t>Company Profile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2F0085E-A51E-83AE-D9AD-3AE1B8A7EC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3103" y="2437917"/>
            <a:ext cx="1118889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Name: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Accolade Tech Solutions Pvt Ltd,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Mangaluru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Expertise: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Mobile &amp; Web Development, Smart TV Apps, Digital Marketing, AI solutions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Technologies: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Flutter, Python, React JS, Node JS, PHP, AWS, GCP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Experience: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12+ years; developed OTT, e-commerce, niche apps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Future-ready, scalable, user-friendly solutions</a:t>
            </a:r>
          </a:p>
        </p:txBody>
      </p:sp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54BC9-32ED-6815-6223-7B681DCD5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2FA5B-1DC0-A002-73E8-6C88317D6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800" b="1" dirty="0"/>
              <a:t>Introduction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576A8DF-6941-AFF9-9E33-CED34D1498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37160"/>
            <a:ext cx="7916591" cy="2818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Internship at Accolade Tech Solutions Pvt Ltd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Role: Frontend Web Developer Intern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Duration: May-05-2025 to July-25-2025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Objective: Apply classroom knowledge in real-world projects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Main project: Vehicle Assistance Network</a:t>
            </a:r>
          </a:p>
        </p:txBody>
      </p:sp>
    </p:spTree>
    <p:extLst>
      <p:ext uri="{BB962C8B-B14F-4D97-AF65-F5344CB8AC3E}">
        <p14:creationId xmlns:p14="http://schemas.microsoft.com/office/powerpoint/2010/main" val="26128947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F26135-FDA3-E6CD-27AB-08A2A8247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BCF7-61B2-34B4-0862-CD8D18806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800" b="1" dirty="0"/>
              <a:t>Literature Review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7D457CF-4418-29D0-1972-DD046BF842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6880" y="2512421"/>
            <a:ext cx="11619463" cy="2786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Studied existing vehicle service systems using ReactJS &amp; MUI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Reviewed case studies for UI/UX best practices and issues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Identified challenges: performance in dynamic displays, order tracking, real-time inventory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Researched solutions for API integration, responsive design, and state management</a:t>
            </a:r>
          </a:p>
        </p:txBody>
      </p:sp>
    </p:spTree>
    <p:extLst>
      <p:ext uri="{BB962C8B-B14F-4D97-AF65-F5344CB8AC3E}">
        <p14:creationId xmlns:p14="http://schemas.microsoft.com/office/powerpoint/2010/main" val="2858573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55E43-1C15-FF6C-1A14-D9CB3E4F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63E5-6650-13FC-331A-47B9D5DE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sz="4800" b="1" dirty="0"/>
              <a:t>Skills Gained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1E9ECB5-E073-117A-6114-52C81A3376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1948" y="2056160"/>
            <a:ext cx="9079652" cy="1646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tx1"/>
                </a:solidFill>
              </a:rPr>
              <a:t>React JS:</a:t>
            </a:r>
            <a:r>
              <a:rPr lang="en-IN" sz="2400" dirty="0">
                <a:solidFill>
                  <a:schemeClr val="tx1"/>
                </a:solidFill>
              </a:rPr>
              <a:t> Component-based UI development, JSX, state management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tx1"/>
                </a:solidFill>
              </a:rPr>
              <a:t>Material-UI:</a:t>
            </a:r>
            <a:r>
              <a:rPr lang="en-IN" sz="2400" dirty="0">
                <a:solidFill>
                  <a:schemeClr val="tx1"/>
                </a:solidFill>
              </a:rPr>
              <a:t> Google’s Material Design components for consistent UI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tx1"/>
                </a:solidFill>
              </a:rPr>
              <a:t>JavaScript:</a:t>
            </a:r>
            <a:r>
              <a:rPr lang="en-IN" sz="2400" dirty="0">
                <a:solidFill>
                  <a:schemeClr val="tx1"/>
                </a:solidFill>
              </a:rPr>
              <a:t> Event handling, DOM manipulation, ES6+ 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2776EF-D107-97B9-7557-211F230B2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948" y="3702765"/>
            <a:ext cx="10891520" cy="169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</a:rPr>
              <a:t>CSS &amp; Bootstrap:</a:t>
            </a:r>
            <a:r>
              <a:rPr lang="en-US" altLang="en-US" sz="2400" dirty="0">
                <a:solidFill>
                  <a:schemeClr val="tx1"/>
                </a:solidFill>
              </a:rPr>
              <a:t> Responsive, mobile-first layouts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</a:rPr>
              <a:t>Public APIs:</a:t>
            </a:r>
            <a:r>
              <a:rPr lang="en-US" altLang="en-US" sz="2400" dirty="0">
                <a:solidFill>
                  <a:schemeClr val="tx1"/>
                </a:solidFill>
              </a:rPr>
              <a:t> Data fetching with Axios/Fetch API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</a:rPr>
              <a:t>Node.js:</a:t>
            </a:r>
            <a:r>
              <a:rPr lang="en-US" altLang="en-US" sz="2400" dirty="0">
                <a:solidFill>
                  <a:schemeClr val="tx1"/>
                </a:solidFill>
              </a:rPr>
              <a:t> Backend concepts &amp; API integration</a:t>
            </a:r>
          </a:p>
        </p:txBody>
      </p:sp>
    </p:spTree>
    <p:extLst>
      <p:ext uri="{BB962C8B-B14F-4D97-AF65-F5344CB8AC3E}">
        <p14:creationId xmlns:p14="http://schemas.microsoft.com/office/powerpoint/2010/main" val="306243132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9E93C1-892E-4C81-0698-A027D8854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1CB3-7825-74E1-9709-EEAD724DB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800" b="1" dirty="0"/>
              <a:t>A</a:t>
            </a:r>
            <a:r>
              <a:rPr lang="en-IN" sz="4800" b="1" dirty="0" err="1"/>
              <a:t>pplication</a:t>
            </a:r>
            <a:r>
              <a:rPr lang="en-IN" sz="4800" b="1" dirty="0"/>
              <a:t> Of Skills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88759CF-2D4A-2780-9798-12037312D3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1" y="1561227"/>
            <a:ext cx="10058399" cy="566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Built static pages with HTML/CSS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Enhanced interactivity with JavaScript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Managed state with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useState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useEffect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Styled UI with Material-UI components and themes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Integrated public APIs for data fetching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Implemented responsive designs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Developed frontend modules (Admin, User, Employee)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Implemented routing with React Router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Connected frontend with MySQL backend via APIs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7562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EE485-30A3-2D9B-BBB0-0F5C5BE2E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6D3E-EF8B-9A05-1DB1-AD524393F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800" b="1" dirty="0"/>
              <a:t>Position in the Organization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310AD6F-9B5C-ACD8-44D9-701DDEBE3E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1" y="1963749"/>
            <a:ext cx="10058399" cy="394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Designation: Intern – Frontend Developer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Worked under senior developer guidance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Collaborated in a team environment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Directly contributed to project deliverables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72734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34C700-CAAA-5859-CB46-358D7AB85047}"/>
              </a:ext>
            </a:extLst>
          </p:cNvPr>
          <p:cNvSpPr txBox="1"/>
          <p:nvPr/>
        </p:nvSpPr>
        <p:spPr>
          <a:xfrm>
            <a:off x="736599" y="498157"/>
            <a:ext cx="92913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800" b="1" dirty="0">
                <a:latin typeface="+mj-lt"/>
              </a:rPr>
              <a:t>Software Requirements Specification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6EF098C-3974-2A12-8C06-5AFEF37B6CE2}"/>
              </a:ext>
            </a:extLst>
          </p:cNvPr>
          <p:cNvCxnSpPr/>
          <p:nvPr/>
        </p:nvCxnSpPr>
        <p:spPr>
          <a:xfrm>
            <a:off x="872067" y="1388533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EF78831-7AD4-1C5F-96CB-8BEB405FA09A}"/>
              </a:ext>
            </a:extLst>
          </p:cNvPr>
          <p:cNvSpPr txBox="1"/>
          <p:nvPr/>
        </p:nvSpPr>
        <p:spPr>
          <a:xfrm>
            <a:off x="736599" y="1538367"/>
            <a:ext cx="10634134" cy="4463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/>
              <a:t>Purpose, Audience, Scope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Purpose: Digitalize vehicle service management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Audience: Admins, Employees, Customers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Scope: Service requests, job cards, billing, feedback, reports</a:t>
            </a:r>
          </a:p>
          <a:p>
            <a:pPr>
              <a:lnSpc>
                <a:spcPct val="150000"/>
              </a:lnSpc>
              <a:buNone/>
            </a:pPr>
            <a:endParaRPr lang="en-IN" sz="2400" b="1" dirty="0"/>
          </a:p>
          <a:p>
            <a:pPr>
              <a:lnSpc>
                <a:spcPct val="150000"/>
              </a:lnSpc>
              <a:buNone/>
            </a:pPr>
            <a:r>
              <a:rPr lang="en-IN" sz="2400" b="1" dirty="0"/>
              <a:t>Functional &amp; Non-Functional Requirements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Functional: Admin/User/Employee modules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Non-functional: Performance, security, maintainability, portability</a:t>
            </a:r>
          </a:p>
        </p:txBody>
      </p:sp>
    </p:spTree>
    <p:extLst>
      <p:ext uri="{BB962C8B-B14F-4D97-AF65-F5344CB8AC3E}">
        <p14:creationId xmlns:p14="http://schemas.microsoft.com/office/powerpoint/2010/main" val="2871333240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8B5B7-2144-72E6-AAF0-80C497F0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8D2187-06BE-AFDE-D395-1DA1667BB678}"/>
              </a:ext>
            </a:extLst>
          </p:cNvPr>
          <p:cNvSpPr txBox="1"/>
          <p:nvPr/>
        </p:nvSpPr>
        <p:spPr>
          <a:xfrm>
            <a:off x="736599" y="498157"/>
            <a:ext cx="92913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+mj-lt"/>
              </a:rPr>
              <a:t>UI/UX Design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B677695-908A-A0D8-2E75-615C1C8E7B55}"/>
              </a:ext>
            </a:extLst>
          </p:cNvPr>
          <p:cNvCxnSpPr/>
          <p:nvPr/>
        </p:nvCxnSpPr>
        <p:spPr>
          <a:xfrm>
            <a:off x="872067" y="1388533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C864D1D-C4C4-642D-E5D9-BE79939EC25B}"/>
              </a:ext>
            </a:extLst>
          </p:cNvPr>
          <p:cNvSpPr txBox="1"/>
          <p:nvPr/>
        </p:nvSpPr>
        <p:spPr>
          <a:xfrm>
            <a:off x="736599" y="1568847"/>
            <a:ext cx="10634134" cy="2247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Material-UI for consistency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Responsive layouts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Clear navigation with React Router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Intuitive forms and tables</a:t>
            </a:r>
          </a:p>
        </p:txBody>
      </p:sp>
    </p:spTree>
    <p:extLst>
      <p:ext uri="{BB962C8B-B14F-4D97-AF65-F5344CB8AC3E}">
        <p14:creationId xmlns:p14="http://schemas.microsoft.com/office/powerpoint/2010/main" val="234026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17BE2A-DBEE-5FAC-4DD0-86AB5D1382BA}"/>
              </a:ext>
            </a:extLst>
          </p:cNvPr>
          <p:cNvSpPr txBox="1"/>
          <p:nvPr/>
        </p:nvSpPr>
        <p:spPr>
          <a:xfrm>
            <a:off x="706119" y="-22212"/>
            <a:ext cx="66971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+mj-lt"/>
              </a:rPr>
              <a:t>UML Diagrams</a:t>
            </a:r>
            <a:endParaRPr lang="en-IN" sz="4600" b="1" dirty="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2E7EA3-A87C-1EDF-0C5F-8E6A6AE2189B}"/>
              </a:ext>
            </a:extLst>
          </p:cNvPr>
          <p:cNvCxnSpPr/>
          <p:nvPr/>
        </p:nvCxnSpPr>
        <p:spPr>
          <a:xfrm>
            <a:off x="846666" y="808785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333C867-D1C9-69F1-C72A-A7910303A8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5656" y="908158"/>
            <a:ext cx="6340685" cy="514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435BED-B27B-E1D9-E400-88960771A4BF}"/>
              </a:ext>
            </a:extLst>
          </p:cNvPr>
          <p:cNvSpPr txBox="1"/>
          <p:nvPr/>
        </p:nvSpPr>
        <p:spPr>
          <a:xfrm>
            <a:off x="4776892" y="6014084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Context Flow Diagram</a:t>
            </a:r>
          </a:p>
        </p:txBody>
      </p:sp>
    </p:spTree>
    <p:extLst>
      <p:ext uri="{BB962C8B-B14F-4D97-AF65-F5344CB8AC3E}">
        <p14:creationId xmlns:p14="http://schemas.microsoft.com/office/powerpoint/2010/main" val="1382225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EBD09-012C-5182-0663-BD8FFECD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76E4CE-5C60-4E69-DFBA-D43CBE991C82}"/>
              </a:ext>
            </a:extLst>
          </p:cNvPr>
          <p:cNvSpPr txBox="1"/>
          <p:nvPr/>
        </p:nvSpPr>
        <p:spPr>
          <a:xfrm>
            <a:off x="695959" y="0"/>
            <a:ext cx="66971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+mj-lt"/>
              </a:rPr>
              <a:t>UML Diagrams</a:t>
            </a:r>
            <a:endParaRPr lang="en-IN" sz="4600" b="1" dirty="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464134-EEAC-E130-109E-3C9D49C6A519}"/>
              </a:ext>
            </a:extLst>
          </p:cNvPr>
          <p:cNvCxnSpPr/>
          <p:nvPr/>
        </p:nvCxnSpPr>
        <p:spPr>
          <a:xfrm>
            <a:off x="846667" y="830997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 descr="A diagram of a person's work flow">
            <a:extLst>
              <a:ext uri="{FF2B5EF4-FFF2-40B4-BE49-F238E27FC236}">
                <a16:creationId xmlns:a16="http://schemas.microsoft.com/office/drawing/2014/main" id="{9E67A611-E28B-EB46-E253-944C020E0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480" y="904241"/>
            <a:ext cx="6512560" cy="51227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8E367B-09DF-733D-BAFB-3A3C767AC807}"/>
              </a:ext>
            </a:extLst>
          </p:cNvPr>
          <p:cNvSpPr txBox="1"/>
          <p:nvPr/>
        </p:nvSpPr>
        <p:spPr>
          <a:xfrm>
            <a:off x="4919133" y="6027003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2194012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8D319-E882-7F34-93E5-AF5231CE3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34DD46-42ED-1F02-B367-ED8ECC50E3BE}"/>
              </a:ext>
            </a:extLst>
          </p:cNvPr>
          <p:cNvSpPr txBox="1"/>
          <p:nvPr/>
        </p:nvSpPr>
        <p:spPr>
          <a:xfrm>
            <a:off x="736599" y="557536"/>
            <a:ext cx="92913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+mj-lt"/>
              </a:rPr>
              <a:t>Implementation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12C3F5-7CC0-EF25-455E-B5E621F8B1E6}"/>
              </a:ext>
            </a:extLst>
          </p:cNvPr>
          <p:cNvCxnSpPr/>
          <p:nvPr/>
        </p:nvCxnSpPr>
        <p:spPr>
          <a:xfrm>
            <a:off x="872067" y="1388533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6B130D2-3B39-5929-5619-40237CFBEA42}"/>
              </a:ext>
            </a:extLst>
          </p:cNvPr>
          <p:cNvSpPr txBox="1"/>
          <p:nvPr/>
        </p:nvSpPr>
        <p:spPr>
          <a:xfrm>
            <a:off x="736599" y="1568847"/>
            <a:ext cx="10634134" cy="42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Frontend: React JS, Material-UI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Backend: Node.js (Express)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Database: MySQL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APIs tested with Postman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State managed with hooks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Modular, reusable components</a:t>
            </a:r>
          </a:p>
        </p:txBody>
      </p:sp>
    </p:spTree>
    <p:extLst>
      <p:ext uri="{BB962C8B-B14F-4D97-AF65-F5344CB8AC3E}">
        <p14:creationId xmlns:p14="http://schemas.microsoft.com/office/powerpoint/2010/main" val="2255271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54B7D-C46E-4894-ED35-7334D0ED3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CA7E2B-85E3-7CC9-92F1-BF4704930F0D}"/>
              </a:ext>
            </a:extLst>
          </p:cNvPr>
          <p:cNvSpPr txBox="1"/>
          <p:nvPr/>
        </p:nvSpPr>
        <p:spPr>
          <a:xfrm>
            <a:off x="719665" y="475199"/>
            <a:ext cx="940646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+mj-lt"/>
              </a:rPr>
              <a:t>Tools and Technologies</a:t>
            </a:r>
          </a:p>
          <a:p>
            <a:endParaRPr lang="en-IN" sz="4600" dirty="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CA23E5F-2886-77B4-F7A4-4B1EB8279088}"/>
              </a:ext>
            </a:extLst>
          </p:cNvPr>
          <p:cNvCxnSpPr/>
          <p:nvPr/>
        </p:nvCxnSpPr>
        <p:spPr>
          <a:xfrm>
            <a:off x="846667" y="1447841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37DB73-505C-DC58-1A6B-D6123AC02A04}"/>
              </a:ext>
            </a:extLst>
          </p:cNvPr>
          <p:cNvSpPr txBox="1"/>
          <p:nvPr/>
        </p:nvSpPr>
        <p:spPr>
          <a:xfrm>
            <a:off x="846667" y="1763976"/>
            <a:ext cx="10498666" cy="2247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Languages:</a:t>
            </a:r>
            <a:r>
              <a:rPr lang="en-IN" sz="2400" dirty="0"/>
              <a:t> JavaScript, SQL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Frameworks:</a:t>
            </a:r>
            <a:r>
              <a:rPr lang="en-IN" sz="2400" dirty="0"/>
              <a:t> React JS, Material-UI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Tools:</a:t>
            </a:r>
            <a:r>
              <a:rPr lang="en-IN" sz="2400" dirty="0"/>
              <a:t> VS Code, MySQL Workbench, Postman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Platforms:</a:t>
            </a:r>
            <a:r>
              <a:rPr lang="en-IN" sz="2400" dirty="0"/>
              <a:t> Node.js, XAMPP</a:t>
            </a:r>
          </a:p>
        </p:txBody>
      </p:sp>
    </p:spTree>
    <p:extLst>
      <p:ext uri="{BB962C8B-B14F-4D97-AF65-F5344CB8AC3E}">
        <p14:creationId xmlns:p14="http://schemas.microsoft.com/office/powerpoint/2010/main" val="793002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55BB-217B-2430-D105-508106D21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0A46F9-DDAD-782D-EE40-C99566BF5425}"/>
              </a:ext>
            </a:extLst>
          </p:cNvPr>
          <p:cNvSpPr txBox="1"/>
          <p:nvPr/>
        </p:nvSpPr>
        <p:spPr>
          <a:xfrm>
            <a:off x="719665" y="475199"/>
            <a:ext cx="940646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+mj-lt"/>
              </a:rPr>
              <a:t>Modules</a:t>
            </a:r>
            <a:r>
              <a:rPr lang="en-IN" sz="4800" b="1" dirty="0"/>
              <a:t> </a:t>
            </a:r>
          </a:p>
          <a:p>
            <a:endParaRPr lang="en-IN" sz="4600" dirty="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6804DF-E3E3-64E0-6EB4-26C0B5EB7299}"/>
              </a:ext>
            </a:extLst>
          </p:cNvPr>
          <p:cNvCxnSpPr/>
          <p:nvPr/>
        </p:nvCxnSpPr>
        <p:spPr>
          <a:xfrm>
            <a:off x="846667" y="1447841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0821035-03D9-5BEE-61B5-BA9DEE08BC78}"/>
              </a:ext>
            </a:extLst>
          </p:cNvPr>
          <p:cNvSpPr txBox="1"/>
          <p:nvPr/>
        </p:nvSpPr>
        <p:spPr>
          <a:xfrm>
            <a:off x="846667" y="1763976"/>
            <a:ext cx="10498666" cy="280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Admin Modules </a:t>
            </a:r>
            <a:r>
              <a:rPr lang="en-IN" sz="2400" dirty="0"/>
              <a:t>– Dashboard, Manage Users, Vehicles, Job Cards, Reports, Feedback</a:t>
            </a:r>
          </a:p>
          <a:p>
            <a:pPr>
              <a:lnSpc>
                <a:spcPct val="150000"/>
              </a:lnSpc>
            </a:pPr>
            <a:endParaRPr lang="en-I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User/Employee Modules </a:t>
            </a:r>
            <a:r>
              <a:rPr lang="en-IN" sz="2400" dirty="0"/>
              <a:t>– Request Service, View Status, Feedback, Update Job Cards</a:t>
            </a:r>
          </a:p>
        </p:txBody>
      </p:sp>
    </p:spTree>
    <p:extLst>
      <p:ext uri="{BB962C8B-B14F-4D97-AF65-F5344CB8AC3E}">
        <p14:creationId xmlns:p14="http://schemas.microsoft.com/office/powerpoint/2010/main" val="26764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192CA-0BF0-036F-7DE7-5195AD641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61AC4C-3F86-A067-ABE7-AA46E72ADBD5}"/>
              </a:ext>
            </a:extLst>
          </p:cNvPr>
          <p:cNvSpPr txBox="1"/>
          <p:nvPr/>
        </p:nvSpPr>
        <p:spPr>
          <a:xfrm>
            <a:off x="677332" y="0"/>
            <a:ext cx="669713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600" b="1" dirty="0">
                <a:latin typeface="+mj-lt"/>
              </a:rPr>
              <a:t>Screenshots</a:t>
            </a:r>
            <a:endParaRPr lang="en-IN" sz="4600" b="1" dirty="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9B51F2-8BF2-EEDF-DE82-9FC46DB0AC85}"/>
              </a:ext>
            </a:extLst>
          </p:cNvPr>
          <p:cNvCxnSpPr/>
          <p:nvPr/>
        </p:nvCxnSpPr>
        <p:spPr>
          <a:xfrm>
            <a:off x="846667" y="800219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6007E1-5679-2696-8E82-DE9E92BF8B9C}"/>
              </a:ext>
            </a:extLst>
          </p:cNvPr>
          <p:cNvSpPr txBox="1"/>
          <p:nvPr/>
        </p:nvSpPr>
        <p:spPr>
          <a:xfrm>
            <a:off x="910379" y="1101551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23C7F-723C-7707-5FFB-CAF941FA0756}"/>
              </a:ext>
            </a:extLst>
          </p:cNvPr>
          <p:cNvSpPr txBox="1"/>
          <p:nvPr/>
        </p:nvSpPr>
        <p:spPr>
          <a:xfrm>
            <a:off x="6574157" y="1054542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Customer Home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72A2E5-89EB-EB75-3469-160958409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79" y="1678198"/>
            <a:ext cx="5456554" cy="30613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E94F3B-F7F6-B583-4852-6C4906879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8" y="1600438"/>
            <a:ext cx="5100955" cy="311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95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68C34-4FDF-6C54-ED4C-DF3E67A0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101347-3A90-586B-214E-B6A798940565}"/>
              </a:ext>
            </a:extLst>
          </p:cNvPr>
          <p:cNvSpPr txBox="1"/>
          <p:nvPr/>
        </p:nvSpPr>
        <p:spPr>
          <a:xfrm>
            <a:off x="677332" y="0"/>
            <a:ext cx="669713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600" b="1" dirty="0">
                <a:latin typeface="+mj-lt"/>
              </a:rPr>
              <a:t>Screenshots</a:t>
            </a:r>
            <a:endParaRPr lang="en-IN" sz="4600" b="1" dirty="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E836DDD-F30C-441F-42A2-7E59B237AC79}"/>
              </a:ext>
            </a:extLst>
          </p:cNvPr>
          <p:cNvCxnSpPr/>
          <p:nvPr/>
        </p:nvCxnSpPr>
        <p:spPr>
          <a:xfrm>
            <a:off x="846667" y="800219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45BDC6-492E-E4D9-C526-016D7FD1220E}"/>
              </a:ext>
            </a:extLst>
          </p:cNvPr>
          <p:cNvSpPr txBox="1"/>
          <p:nvPr/>
        </p:nvSpPr>
        <p:spPr>
          <a:xfrm>
            <a:off x="910379" y="1101551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Service Request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C23E5-911E-ECBC-92B5-65784F4320BD}"/>
              </a:ext>
            </a:extLst>
          </p:cNvPr>
          <p:cNvSpPr txBox="1"/>
          <p:nvPr/>
        </p:nvSpPr>
        <p:spPr>
          <a:xfrm>
            <a:off x="6574157" y="1054542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Admin Dashboard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BBD05C-9F0B-82D7-289D-0BBDB2C25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79" y="1962997"/>
            <a:ext cx="5431154" cy="3101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F95467-9519-9D1A-EC26-4049DFE8C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312" y="1984587"/>
            <a:ext cx="5278755" cy="307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27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173F4-CF0F-F358-D16F-477261B41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67619F-6E0A-51D1-9D95-178DF4CBD272}"/>
              </a:ext>
            </a:extLst>
          </p:cNvPr>
          <p:cNvSpPr txBox="1"/>
          <p:nvPr/>
        </p:nvSpPr>
        <p:spPr>
          <a:xfrm>
            <a:off x="677332" y="0"/>
            <a:ext cx="669713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600" dirty="0">
                <a:latin typeface="+mj-lt"/>
              </a:rPr>
              <a:t>Screenshots</a:t>
            </a:r>
            <a:endParaRPr lang="en-IN" sz="4600" dirty="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C8F4CC9-5389-018F-F388-AF35E0BA4FB7}"/>
              </a:ext>
            </a:extLst>
          </p:cNvPr>
          <p:cNvCxnSpPr/>
          <p:nvPr/>
        </p:nvCxnSpPr>
        <p:spPr>
          <a:xfrm>
            <a:off x="846667" y="800219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8AFFC8-64D5-2AAD-75B6-EE35CD31F267}"/>
              </a:ext>
            </a:extLst>
          </p:cNvPr>
          <p:cNvSpPr txBox="1"/>
          <p:nvPr/>
        </p:nvSpPr>
        <p:spPr>
          <a:xfrm>
            <a:off x="1045845" y="1239208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Manage Users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893BC8-5E10-0729-E28B-AB6E4FCC4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45" y="1890712"/>
            <a:ext cx="5211022" cy="3076575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ECF5FC-40E1-085F-8AF7-B4BA1DBCD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490" y="1895474"/>
            <a:ext cx="5401310" cy="30670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226645-FC6B-C423-BABB-4D2F2A3C38B3}"/>
              </a:ext>
            </a:extLst>
          </p:cNvPr>
          <p:cNvSpPr txBox="1"/>
          <p:nvPr/>
        </p:nvSpPr>
        <p:spPr>
          <a:xfrm>
            <a:off x="6438691" y="1306941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Manage Vehicles</a:t>
            </a:r>
          </a:p>
        </p:txBody>
      </p:sp>
    </p:spTree>
    <p:extLst>
      <p:ext uri="{BB962C8B-B14F-4D97-AF65-F5344CB8AC3E}">
        <p14:creationId xmlns:p14="http://schemas.microsoft.com/office/powerpoint/2010/main" val="4272892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BD879-7982-0C4C-16D5-B5FACD020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AF6974-7660-DAF7-6AF0-676896FB8EAF}"/>
              </a:ext>
            </a:extLst>
          </p:cNvPr>
          <p:cNvSpPr txBox="1"/>
          <p:nvPr/>
        </p:nvSpPr>
        <p:spPr>
          <a:xfrm>
            <a:off x="677332" y="0"/>
            <a:ext cx="669713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600" b="1" dirty="0">
                <a:latin typeface="+mj-lt"/>
              </a:rPr>
              <a:t>Screenshots</a:t>
            </a:r>
            <a:endParaRPr lang="en-IN" sz="4600" b="1" dirty="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14C2375-3A16-9014-0582-CB1ACD8BD20A}"/>
              </a:ext>
            </a:extLst>
          </p:cNvPr>
          <p:cNvCxnSpPr/>
          <p:nvPr/>
        </p:nvCxnSpPr>
        <p:spPr>
          <a:xfrm>
            <a:off x="846667" y="800219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4D0AC82-78A6-FCC2-69BF-3496130E3200}"/>
              </a:ext>
            </a:extLst>
          </p:cNvPr>
          <p:cNvSpPr txBox="1"/>
          <p:nvPr/>
        </p:nvSpPr>
        <p:spPr>
          <a:xfrm>
            <a:off x="1045845" y="1239208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Employee 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AD5804-B416-EDA4-550C-56A40613DCEE}"/>
              </a:ext>
            </a:extLst>
          </p:cNvPr>
          <p:cNvSpPr txBox="1"/>
          <p:nvPr/>
        </p:nvSpPr>
        <p:spPr>
          <a:xfrm>
            <a:off x="6438691" y="1306941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Job Card Details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C99951-A502-4904-52D4-C11F683CD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45" y="2182994"/>
            <a:ext cx="5177155" cy="3076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80C273-BAEE-070D-9C15-4B522EA93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691" y="2182994"/>
            <a:ext cx="5533176" cy="304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22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2B1E3-7DA7-DC8F-EF57-316BFED5D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708DCC-22BD-8450-6621-B51DC3E3C6DF}"/>
              </a:ext>
            </a:extLst>
          </p:cNvPr>
          <p:cNvSpPr txBox="1"/>
          <p:nvPr/>
        </p:nvSpPr>
        <p:spPr>
          <a:xfrm>
            <a:off x="765387" y="422826"/>
            <a:ext cx="66971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+mj-lt"/>
              </a:rPr>
              <a:t>Challenges Faced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2FA3472-87B8-BEAD-6DF6-2EEDF6DAD31B}"/>
              </a:ext>
            </a:extLst>
          </p:cNvPr>
          <p:cNvCxnSpPr/>
          <p:nvPr/>
        </p:nvCxnSpPr>
        <p:spPr>
          <a:xfrm>
            <a:off x="765387" y="1399659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35F1462-1AAE-D68F-0A6E-78FDC5E814F3}"/>
              </a:ext>
            </a:extLst>
          </p:cNvPr>
          <p:cNvSpPr txBox="1"/>
          <p:nvPr/>
        </p:nvSpPr>
        <p:spPr>
          <a:xfrm>
            <a:off x="765387" y="1938983"/>
            <a:ext cx="10498666" cy="2247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Adapting to new frameworks (React, MUI)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CORS &amp; authentication issues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Ensuring cross-browser compatibility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Performance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3376247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AECB-E396-C9B0-3A10-8560816D5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ECB62F-E3A3-667E-A66B-102BA0181609}"/>
              </a:ext>
            </a:extLst>
          </p:cNvPr>
          <p:cNvSpPr txBox="1"/>
          <p:nvPr/>
        </p:nvSpPr>
        <p:spPr>
          <a:xfrm>
            <a:off x="626532" y="422826"/>
            <a:ext cx="66971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+mj-lt"/>
              </a:rPr>
              <a:t>Conclusion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40B4FC-D9DF-BDB5-2AC0-E61F8941A70E}"/>
              </a:ext>
            </a:extLst>
          </p:cNvPr>
          <p:cNvCxnSpPr/>
          <p:nvPr/>
        </p:nvCxnSpPr>
        <p:spPr>
          <a:xfrm>
            <a:off x="765387" y="1399659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534F2AF-8755-8F6C-6AF7-0F869235AB6B}"/>
              </a:ext>
            </a:extLst>
          </p:cNvPr>
          <p:cNvSpPr txBox="1"/>
          <p:nvPr/>
        </p:nvSpPr>
        <p:spPr>
          <a:xfrm>
            <a:off x="765387" y="1938983"/>
            <a:ext cx="10498666" cy="2247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Gained real-world experience in web app development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Strengthened frontend skills with React JS, MUI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Learned API integration and database interaction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Improved teamwork and problem-solving abilities</a:t>
            </a:r>
          </a:p>
        </p:txBody>
      </p:sp>
    </p:spTree>
    <p:extLst>
      <p:ext uri="{BB962C8B-B14F-4D97-AF65-F5344CB8AC3E}">
        <p14:creationId xmlns:p14="http://schemas.microsoft.com/office/powerpoint/2010/main" val="1269730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B9788-F91B-38A7-8DA7-E9B37A057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CC3F68-D17E-FE14-1FC6-7B517E4E9780}"/>
              </a:ext>
            </a:extLst>
          </p:cNvPr>
          <p:cNvSpPr txBox="1"/>
          <p:nvPr/>
        </p:nvSpPr>
        <p:spPr>
          <a:xfrm>
            <a:off x="626532" y="422826"/>
            <a:ext cx="66971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>
                <a:latin typeface="+mj-lt"/>
              </a:rPr>
              <a:t>References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A0ECF6-5FAA-1B5E-6C77-B2EB50742F26}"/>
              </a:ext>
            </a:extLst>
          </p:cNvPr>
          <p:cNvCxnSpPr/>
          <p:nvPr/>
        </p:nvCxnSpPr>
        <p:spPr>
          <a:xfrm>
            <a:off x="765387" y="1399659"/>
            <a:ext cx="10498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5C7DFC6-78DF-CA27-B2CE-4CD793E9DEC6}"/>
              </a:ext>
            </a:extLst>
          </p:cNvPr>
          <p:cNvSpPr txBox="1"/>
          <p:nvPr/>
        </p:nvSpPr>
        <p:spPr>
          <a:xfrm>
            <a:off x="765387" y="1938983"/>
            <a:ext cx="10498666" cy="280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ReactJS Documentation – https://react.dev/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Material-UI – https://mui.com/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W3Schools – https://www.w3schools.com/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Node.js – https://nodejs.org/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APIs: https://fakestoreapi.com/, https://dummyjson.com/</a:t>
            </a:r>
          </a:p>
        </p:txBody>
      </p:sp>
    </p:spTree>
    <p:extLst>
      <p:ext uri="{BB962C8B-B14F-4D97-AF65-F5344CB8AC3E}">
        <p14:creationId xmlns:p14="http://schemas.microsoft.com/office/powerpoint/2010/main" val="1942446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5239B-3F8E-C264-3825-316B33D68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B4E2B8D-9D7B-8825-11F1-C60936874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E94B-665D-A90C-8BBB-52B9E29A6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Autofit/>
          </a:bodyPr>
          <a:lstStyle/>
          <a:p>
            <a:pPr algn="ctr"/>
            <a:r>
              <a:rPr lang="en-US" sz="6000" dirty="0"/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46F7B5-112D-B78A-9A1A-74AAD8AC6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29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E62D9D-B61A-95C2-6A08-221A0A5DA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099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3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4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5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6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7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8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{E6C6D5BA-6AA5-4C33-B75F-E521FA2DC432}tf11437505_win32</Template>
  <TotalTime>122</TotalTime>
  <Words>633</Words>
  <Application>Microsoft Office PowerPoint</Application>
  <PresentationFormat>Widescreen</PresentationFormat>
  <Paragraphs>126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Georgia Pro Cond Light</vt:lpstr>
      <vt:lpstr>Speak Pro</vt:lpstr>
      <vt:lpstr>Wingdings</vt:lpstr>
      <vt:lpstr>RetrospectVTI</vt:lpstr>
      <vt:lpstr>VEHICLE ASSISTANCE NETWORK </vt:lpstr>
      <vt:lpstr>Company Profile </vt:lpstr>
      <vt:lpstr>Introduction</vt:lpstr>
      <vt:lpstr>Literature Review</vt:lpstr>
      <vt:lpstr>Skills Gained</vt:lpstr>
      <vt:lpstr>Application Of Skills</vt:lpstr>
      <vt:lpstr>Position in the Organization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pawan kumar</dc:creator>
  <cp:lastModifiedBy>pawan kumar</cp:lastModifiedBy>
  <cp:revision>9</cp:revision>
  <dcterms:created xsi:type="dcterms:W3CDTF">2025-07-20T14:55:08Z</dcterms:created>
  <dcterms:modified xsi:type="dcterms:W3CDTF">2025-08-12T02:28:59Z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